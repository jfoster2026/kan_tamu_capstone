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349050-91B4-4AA8-AF44-C6EF491E4223}" v="1" dt="2026-04-26T04:10:36.0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39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ke Foster" userId="71ac4591189728b5" providerId="LiveId" clId="{4DB941F6-38AB-42D8-9EC7-18693121A3E7}"/>
    <pc:docChg chg="undo custSel addSld modSld">
      <pc:chgData name="Jake Foster" userId="71ac4591189728b5" providerId="LiveId" clId="{4DB941F6-38AB-42D8-9EC7-18693121A3E7}" dt="2026-04-26T04:24:58.652" v="329" actId="20577"/>
      <pc:docMkLst>
        <pc:docMk/>
      </pc:docMkLst>
      <pc:sldChg chg="addSp delSp modSp mod">
        <pc:chgData name="Jake Foster" userId="71ac4591189728b5" providerId="LiveId" clId="{4DB941F6-38AB-42D8-9EC7-18693121A3E7}" dt="2026-04-14T14:21:34.445" v="93" actId="1076"/>
        <pc:sldMkLst>
          <pc:docMk/>
          <pc:sldMk cId="1928910755" sldId="256"/>
        </pc:sldMkLst>
        <pc:picChg chg="add mod">
          <ac:chgData name="Jake Foster" userId="71ac4591189728b5" providerId="LiveId" clId="{4DB941F6-38AB-42D8-9EC7-18693121A3E7}" dt="2026-04-14T14:17:44.326" v="80" actId="1076"/>
          <ac:picMkLst>
            <pc:docMk/>
            <pc:sldMk cId="1928910755" sldId="256"/>
            <ac:picMk id="3" creationId="{319F997D-3E8D-8497-96CC-3B4A4360E251}"/>
          </ac:picMkLst>
        </pc:picChg>
        <pc:picChg chg="add mod">
          <ac:chgData name="Jake Foster" userId="71ac4591189728b5" providerId="LiveId" clId="{4DB941F6-38AB-42D8-9EC7-18693121A3E7}" dt="2026-04-14T14:17:57.285" v="84" actId="1076"/>
          <ac:picMkLst>
            <pc:docMk/>
            <pc:sldMk cId="1928910755" sldId="256"/>
            <ac:picMk id="4" creationId="{CD226E8F-96F9-83B0-82F1-A11740A3960C}"/>
          </ac:picMkLst>
        </pc:picChg>
        <pc:picChg chg="add mod">
          <ac:chgData name="Jake Foster" userId="71ac4591189728b5" providerId="LiveId" clId="{4DB941F6-38AB-42D8-9EC7-18693121A3E7}" dt="2026-04-14T14:17:48.196" v="81" actId="1076"/>
          <ac:picMkLst>
            <pc:docMk/>
            <pc:sldMk cId="1928910755" sldId="256"/>
            <ac:picMk id="6" creationId="{8CCF7988-9FE2-64E4-C778-DAB5503728B1}"/>
          </ac:picMkLst>
        </pc:picChg>
        <pc:picChg chg="add mod">
          <ac:chgData name="Jake Foster" userId="71ac4591189728b5" providerId="LiveId" clId="{4DB941F6-38AB-42D8-9EC7-18693121A3E7}" dt="2026-04-14T14:18:12.863" v="87" actId="1076"/>
          <ac:picMkLst>
            <pc:docMk/>
            <pc:sldMk cId="1928910755" sldId="256"/>
            <ac:picMk id="7" creationId="{09AC97A1-62FA-A4EB-E044-EE2FB30CDB49}"/>
          </ac:picMkLst>
        </pc:picChg>
        <pc:picChg chg="add mod">
          <ac:chgData name="Jake Foster" userId="71ac4591189728b5" providerId="LiveId" clId="{4DB941F6-38AB-42D8-9EC7-18693121A3E7}" dt="2026-04-14T14:19:10.959" v="90" actId="1076"/>
          <ac:picMkLst>
            <pc:docMk/>
            <pc:sldMk cId="1928910755" sldId="256"/>
            <ac:picMk id="9" creationId="{E6F5CC71-AA01-499B-834E-D2BDE1B22F35}"/>
          </ac:picMkLst>
        </pc:picChg>
        <pc:picChg chg="add mod">
          <ac:chgData name="Jake Foster" userId="71ac4591189728b5" providerId="LiveId" clId="{4DB941F6-38AB-42D8-9EC7-18693121A3E7}" dt="2026-04-14T14:21:34.445" v="93" actId="1076"/>
          <ac:picMkLst>
            <pc:docMk/>
            <pc:sldMk cId="1928910755" sldId="256"/>
            <ac:picMk id="11" creationId="{BF45F0CC-9B86-A1F7-8E89-C10D586EEDF9}"/>
          </ac:picMkLst>
        </pc:picChg>
      </pc:sldChg>
      <pc:sldChg chg="addSp delSp modSp mod">
        <pc:chgData name="Jake Foster" userId="71ac4591189728b5" providerId="LiveId" clId="{4DB941F6-38AB-42D8-9EC7-18693121A3E7}" dt="2026-04-14T14:23:27.579" v="114" actId="20577"/>
        <pc:sldMkLst>
          <pc:docMk/>
          <pc:sldMk cId="2048614072" sldId="258"/>
        </pc:sldMkLst>
        <pc:spChg chg="add mod">
          <ac:chgData name="Jake Foster" userId="71ac4591189728b5" providerId="LiveId" clId="{4DB941F6-38AB-42D8-9EC7-18693121A3E7}" dt="2026-04-14T14:23:27.579" v="114" actId="20577"/>
          <ac:spMkLst>
            <pc:docMk/>
            <pc:sldMk cId="2048614072" sldId="258"/>
            <ac:spMk id="2" creationId="{F853BADF-0E6F-092D-37E3-D2BD95575B42}"/>
          </ac:spMkLst>
        </pc:spChg>
        <pc:picChg chg="add mod">
          <ac:chgData name="Jake Foster" userId="71ac4591189728b5" providerId="LiveId" clId="{4DB941F6-38AB-42D8-9EC7-18693121A3E7}" dt="2026-04-05T15:13:55.777" v="25" actId="1076"/>
          <ac:picMkLst>
            <pc:docMk/>
            <pc:sldMk cId="2048614072" sldId="258"/>
            <ac:picMk id="3" creationId="{10F8736E-4BD1-971F-A7FE-D46B5F478972}"/>
          </ac:picMkLst>
        </pc:picChg>
        <pc:picChg chg="add mod">
          <ac:chgData name="Jake Foster" userId="71ac4591189728b5" providerId="LiveId" clId="{4DB941F6-38AB-42D8-9EC7-18693121A3E7}" dt="2026-04-14T14:23:17.080" v="110" actId="1076"/>
          <ac:picMkLst>
            <pc:docMk/>
            <pc:sldMk cId="2048614072" sldId="258"/>
            <ac:picMk id="6" creationId="{8CCE0A91-ADD9-6073-64A5-307CE13701E4}"/>
          </ac:picMkLst>
        </pc:picChg>
        <pc:picChg chg="add mod">
          <ac:chgData name="Jake Foster" userId="71ac4591189728b5" providerId="LiveId" clId="{4DB941F6-38AB-42D8-9EC7-18693121A3E7}" dt="2026-04-05T15:18:08.503" v="31" actId="1076"/>
          <ac:picMkLst>
            <pc:docMk/>
            <pc:sldMk cId="2048614072" sldId="258"/>
            <ac:picMk id="9" creationId="{1CA734B8-7A69-345E-D413-86DAA01A2FBE}"/>
          </ac:picMkLst>
        </pc:picChg>
        <pc:picChg chg="add mod">
          <ac:chgData name="Jake Foster" userId="71ac4591189728b5" providerId="LiveId" clId="{4DB941F6-38AB-42D8-9EC7-18693121A3E7}" dt="2026-04-05T15:20:34.268" v="38" actId="1076"/>
          <ac:picMkLst>
            <pc:docMk/>
            <pc:sldMk cId="2048614072" sldId="258"/>
            <ac:picMk id="13" creationId="{10A6CD86-39E3-B181-9DC0-0DBE1F446D86}"/>
          </ac:picMkLst>
        </pc:picChg>
      </pc:sldChg>
      <pc:sldChg chg="addSp modSp add mod">
        <pc:chgData name="Jake Foster" userId="71ac4591189728b5" providerId="LiveId" clId="{4DB941F6-38AB-42D8-9EC7-18693121A3E7}" dt="2026-04-14T14:22:11.905" v="96" actId="1076"/>
        <pc:sldMkLst>
          <pc:docMk/>
          <pc:sldMk cId="2825866083" sldId="259"/>
        </pc:sldMkLst>
        <pc:picChg chg="add mod">
          <ac:chgData name="Jake Foster" userId="71ac4591189728b5" providerId="LiveId" clId="{4DB941F6-38AB-42D8-9EC7-18693121A3E7}" dt="2026-04-05T14:49:05.627" v="19" actId="1076"/>
          <ac:picMkLst>
            <pc:docMk/>
            <pc:sldMk cId="2825866083" sldId="259"/>
            <ac:picMk id="3" creationId="{BCC69412-8BA9-ED51-163B-4A62892959FC}"/>
          </ac:picMkLst>
        </pc:picChg>
        <pc:picChg chg="add mod">
          <ac:chgData name="Jake Foster" userId="71ac4591189728b5" providerId="LiveId" clId="{4DB941F6-38AB-42D8-9EC7-18693121A3E7}" dt="2026-04-05T14:50:00.409" v="22" actId="1076"/>
          <ac:picMkLst>
            <pc:docMk/>
            <pc:sldMk cId="2825866083" sldId="259"/>
            <ac:picMk id="4" creationId="{FD5A3211-979C-3712-8EB6-B325AEF7BB48}"/>
          </ac:picMkLst>
        </pc:picChg>
        <pc:picChg chg="add mod">
          <ac:chgData name="Jake Foster" userId="71ac4591189728b5" providerId="LiveId" clId="{4DB941F6-38AB-42D8-9EC7-18693121A3E7}" dt="2026-04-14T14:22:11.905" v="96" actId="1076"/>
          <ac:picMkLst>
            <pc:docMk/>
            <pc:sldMk cId="2825866083" sldId="259"/>
            <ac:picMk id="6" creationId="{F5694FAF-CE18-7012-06DF-D6517E47E1D1}"/>
          </ac:picMkLst>
        </pc:picChg>
      </pc:sldChg>
      <pc:sldChg chg="addSp delSp modSp add mod">
        <pc:chgData name="Jake Foster" userId="71ac4591189728b5" providerId="LiveId" clId="{4DB941F6-38AB-42D8-9EC7-18693121A3E7}" dt="2026-04-21T13:26:21.433" v="152" actId="21"/>
        <pc:sldMkLst>
          <pc:docMk/>
          <pc:sldMk cId="3933748607" sldId="260"/>
        </pc:sldMkLst>
        <pc:spChg chg="add mod">
          <ac:chgData name="Jake Foster" userId="71ac4591189728b5" providerId="LiveId" clId="{4DB941F6-38AB-42D8-9EC7-18693121A3E7}" dt="2026-04-14T14:23:51.270" v="128" actId="14100"/>
          <ac:spMkLst>
            <pc:docMk/>
            <pc:sldMk cId="3933748607" sldId="260"/>
            <ac:spMk id="2" creationId="{DB49FEF4-5096-80E1-B325-9AD5E9CF06C9}"/>
          </ac:spMkLst>
        </pc:spChg>
        <pc:picChg chg="add mod">
          <ac:chgData name="Jake Foster" userId="71ac4591189728b5" providerId="LiveId" clId="{4DB941F6-38AB-42D8-9EC7-18693121A3E7}" dt="2026-04-05T15:22:27.280" v="43" actId="1076"/>
          <ac:picMkLst>
            <pc:docMk/>
            <pc:sldMk cId="3933748607" sldId="260"/>
            <ac:picMk id="5" creationId="{EA04608F-3710-718A-84ED-7165BE7BED34}"/>
          </ac:picMkLst>
        </pc:picChg>
        <pc:picChg chg="add mod">
          <ac:chgData name="Jake Foster" userId="71ac4591189728b5" providerId="LiveId" clId="{4DB941F6-38AB-42D8-9EC7-18693121A3E7}" dt="2026-04-05T15:24:20.855" v="47" actId="1076"/>
          <ac:picMkLst>
            <pc:docMk/>
            <pc:sldMk cId="3933748607" sldId="260"/>
            <ac:picMk id="10" creationId="{7EC4A3D2-1EF9-2AF3-04F2-0ADC640C0AD9}"/>
          </ac:picMkLst>
        </pc:picChg>
        <pc:picChg chg="add mod">
          <ac:chgData name="Jake Foster" userId="71ac4591189728b5" providerId="LiveId" clId="{4DB941F6-38AB-42D8-9EC7-18693121A3E7}" dt="2026-04-05T15:25:15.004" v="50" actId="1076"/>
          <ac:picMkLst>
            <pc:docMk/>
            <pc:sldMk cId="3933748607" sldId="260"/>
            <ac:picMk id="12" creationId="{8FFD17D7-978D-448B-0002-A506D4E45597}"/>
          </ac:picMkLst>
        </pc:picChg>
        <pc:picChg chg="add mod">
          <ac:chgData name="Jake Foster" userId="71ac4591189728b5" providerId="LiveId" clId="{4DB941F6-38AB-42D8-9EC7-18693121A3E7}" dt="2026-04-05T15:26:53.962" v="53" actId="1076"/>
          <ac:picMkLst>
            <pc:docMk/>
            <pc:sldMk cId="3933748607" sldId="260"/>
            <ac:picMk id="15" creationId="{FF8413CF-4848-EABC-AB90-9E93D4433C4D}"/>
          </ac:picMkLst>
        </pc:picChg>
        <pc:picChg chg="add mod">
          <ac:chgData name="Jake Foster" userId="71ac4591189728b5" providerId="LiveId" clId="{4DB941F6-38AB-42D8-9EC7-18693121A3E7}" dt="2026-04-05T15:28:20.302" v="56" actId="1076"/>
          <ac:picMkLst>
            <pc:docMk/>
            <pc:sldMk cId="3933748607" sldId="260"/>
            <ac:picMk id="17" creationId="{89DFE272-2F2E-4E2B-D3C6-08F820C3FF8C}"/>
          </ac:picMkLst>
        </pc:picChg>
      </pc:sldChg>
      <pc:sldChg chg="addSp delSp modSp add mod">
        <pc:chgData name="Jake Foster" userId="71ac4591189728b5" providerId="LiveId" clId="{4DB941F6-38AB-42D8-9EC7-18693121A3E7}" dt="2026-04-21T13:27:03.629" v="174" actId="166"/>
        <pc:sldMkLst>
          <pc:docMk/>
          <pc:sldMk cId="2178976396" sldId="261"/>
        </pc:sldMkLst>
        <pc:spChg chg="add mod ord">
          <ac:chgData name="Jake Foster" userId="71ac4591189728b5" providerId="LiveId" clId="{4DB941F6-38AB-42D8-9EC7-18693121A3E7}" dt="2026-04-21T13:27:03.629" v="174" actId="166"/>
          <ac:spMkLst>
            <pc:docMk/>
            <pc:sldMk cId="2178976396" sldId="261"/>
            <ac:spMk id="2" creationId="{1A986F10-9FDA-D2F2-0BA2-6CE333A958D7}"/>
          </ac:spMkLst>
        </pc:spChg>
        <pc:spChg chg="add mod">
          <ac:chgData name="Jake Foster" userId="71ac4591189728b5" providerId="LiveId" clId="{4DB941F6-38AB-42D8-9EC7-18693121A3E7}" dt="2026-04-21T13:26:01.325" v="146" actId="1076"/>
          <ac:spMkLst>
            <pc:docMk/>
            <pc:sldMk cId="2178976396" sldId="261"/>
            <ac:spMk id="4" creationId="{BC40D65E-9FCC-F532-73A3-5B6C60A7E877}"/>
          </ac:spMkLst>
        </pc:spChg>
        <pc:spChg chg="add mod">
          <ac:chgData name="Jake Foster" userId="71ac4591189728b5" providerId="LiveId" clId="{4DB941F6-38AB-42D8-9EC7-18693121A3E7}" dt="2026-04-14T14:24:30.272" v="144" actId="1076"/>
          <ac:spMkLst>
            <pc:docMk/>
            <pc:sldMk cId="2178976396" sldId="261"/>
            <ac:spMk id="5" creationId="{956E5D3E-305B-9BC9-6325-855A28C53353}"/>
          </ac:spMkLst>
        </pc:spChg>
        <pc:spChg chg="add mod">
          <ac:chgData name="Jake Foster" userId="71ac4591189728b5" providerId="LiveId" clId="{4DB941F6-38AB-42D8-9EC7-18693121A3E7}" dt="2026-04-21T13:26:54.891" v="170"/>
          <ac:spMkLst>
            <pc:docMk/>
            <pc:sldMk cId="2178976396" sldId="261"/>
            <ac:spMk id="7" creationId="{6C4AB62A-EC97-2E6C-14D1-6963011B5EBB}"/>
          </ac:spMkLst>
        </pc:spChg>
        <pc:picChg chg="add mod">
          <ac:chgData name="Jake Foster" userId="71ac4591189728b5" providerId="LiveId" clId="{4DB941F6-38AB-42D8-9EC7-18693121A3E7}" dt="2026-04-21T13:26:57.461" v="172" actId="1076"/>
          <ac:picMkLst>
            <pc:docMk/>
            <pc:sldMk cId="2178976396" sldId="261"/>
            <ac:picMk id="3" creationId="{D4A3D86E-4F8A-A290-6B0E-B6DE8F183967}"/>
          </ac:picMkLst>
        </pc:picChg>
        <pc:picChg chg="add mod">
          <ac:chgData name="Jake Foster" userId="71ac4591189728b5" providerId="LiveId" clId="{4DB941F6-38AB-42D8-9EC7-18693121A3E7}" dt="2026-04-21T13:26:37.439" v="159" actId="1076"/>
          <ac:picMkLst>
            <pc:docMk/>
            <pc:sldMk cId="2178976396" sldId="261"/>
            <ac:picMk id="6" creationId="{2DD3BCEE-F3A6-8308-C84A-2D404A77D99B}"/>
          </ac:picMkLst>
        </pc:picChg>
        <pc:picChg chg="add mod">
          <ac:chgData name="Jake Foster" userId="71ac4591189728b5" providerId="LiveId" clId="{4DB941F6-38AB-42D8-9EC7-18693121A3E7}" dt="2026-04-05T15:42:15.609" v="79" actId="1076"/>
          <ac:picMkLst>
            <pc:docMk/>
            <pc:sldMk cId="2178976396" sldId="261"/>
            <ac:picMk id="8" creationId="{22128163-F39D-926E-D723-25ECC9174BD6}"/>
          </ac:picMkLst>
        </pc:picChg>
        <pc:picChg chg="add mod">
          <ac:chgData name="Jake Foster" userId="71ac4591189728b5" providerId="LiveId" clId="{4DB941F6-38AB-42D8-9EC7-18693121A3E7}" dt="2026-04-21T13:26:28.618" v="155" actId="1076"/>
          <ac:picMkLst>
            <pc:docMk/>
            <pc:sldMk cId="2178976396" sldId="261"/>
            <ac:picMk id="19" creationId="{723E8FAB-95FA-0048-50E2-A459860145AF}"/>
          </ac:picMkLst>
        </pc:picChg>
      </pc:sldChg>
      <pc:sldChg chg="addSp delSp modSp new mod">
        <pc:chgData name="Jake Foster" userId="71ac4591189728b5" providerId="LiveId" clId="{4DB941F6-38AB-42D8-9EC7-18693121A3E7}" dt="2026-04-26T04:13:06.110" v="266" actId="403"/>
        <pc:sldMkLst>
          <pc:docMk/>
          <pc:sldMk cId="2063657341" sldId="262"/>
        </pc:sldMkLst>
        <pc:spChg chg="add del mod">
          <ac:chgData name="Jake Foster" userId="71ac4591189728b5" providerId="LiveId" clId="{4DB941F6-38AB-42D8-9EC7-18693121A3E7}" dt="2026-04-26T04:11:02.433" v="212"/>
          <ac:spMkLst>
            <pc:docMk/>
            <pc:sldMk cId="2063657341" sldId="262"/>
            <ac:spMk id="8" creationId="{53A34E64-52C0-9587-9CE0-2DC57C532480}"/>
          </ac:spMkLst>
        </pc:spChg>
        <pc:graphicFrameChg chg="add mod modGraphic">
          <ac:chgData name="Jake Foster" userId="71ac4591189728b5" providerId="LiveId" clId="{4DB941F6-38AB-42D8-9EC7-18693121A3E7}" dt="2026-04-26T04:13:06.110" v="266" actId="403"/>
          <ac:graphicFrameMkLst>
            <pc:docMk/>
            <pc:sldMk cId="2063657341" sldId="262"/>
            <ac:graphicFrameMk id="9" creationId="{C2595283-54AA-66F1-9600-F3FAE9CC452C}"/>
          </ac:graphicFrameMkLst>
        </pc:graphicFrameChg>
        <pc:picChg chg="add mod">
          <ac:chgData name="Jake Foster" userId="71ac4591189728b5" providerId="LiveId" clId="{4DB941F6-38AB-42D8-9EC7-18693121A3E7}" dt="2026-04-26T04:10:53.955" v="208" actId="1076"/>
          <ac:picMkLst>
            <pc:docMk/>
            <pc:sldMk cId="2063657341" sldId="262"/>
            <ac:picMk id="3" creationId="{439B0348-13F4-5C1B-44EA-9BBD65808CE9}"/>
          </ac:picMkLst>
        </pc:picChg>
        <pc:picChg chg="add mod">
          <ac:chgData name="Jake Foster" userId="71ac4591189728b5" providerId="LiveId" clId="{4DB941F6-38AB-42D8-9EC7-18693121A3E7}" dt="2026-04-26T04:10:57.858" v="209" actId="1076"/>
          <ac:picMkLst>
            <pc:docMk/>
            <pc:sldMk cId="2063657341" sldId="262"/>
            <ac:picMk id="5" creationId="{2C169C42-CACC-6974-B38D-4A13F9C1C64C}"/>
          </ac:picMkLst>
        </pc:picChg>
        <pc:picChg chg="add mod">
          <ac:chgData name="Jake Foster" userId="71ac4591189728b5" providerId="LiveId" clId="{4DB941F6-38AB-42D8-9EC7-18693121A3E7}" dt="2026-04-26T04:11:06.203" v="213" actId="1076"/>
          <ac:picMkLst>
            <pc:docMk/>
            <pc:sldMk cId="2063657341" sldId="262"/>
            <ac:picMk id="7" creationId="{4D1428A7-3499-E946-B9DE-A6D085503B6D}"/>
          </ac:picMkLst>
        </pc:picChg>
      </pc:sldChg>
      <pc:sldChg chg="addSp delSp modSp add mod">
        <pc:chgData name="Jake Foster" userId="71ac4591189728b5" providerId="LiveId" clId="{4DB941F6-38AB-42D8-9EC7-18693121A3E7}" dt="2026-04-26T04:24:58.652" v="329" actId="20577"/>
        <pc:sldMkLst>
          <pc:docMk/>
          <pc:sldMk cId="2873030398" sldId="263"/>
        </pc:sldMkLst>
        <pc:graphicFrameChg chg="modGraphic">
          <ac:chgData name="Jake Foster" userId="71ac4591189728b5" providerId="LiveId" clId="{4DB941F6-38AB-42D8-9EC7-18693121A3E7}" dt="2026-04-26T04:24:58.652" v="329" actId="20577"/>
          <ac:graphicFrameMkLst>
            <pc:docMk/>
            <pc:sldMk cId="2873030398" sldId="263"/>
            <ac:graphicFrameMk id="9" creationId="{4EF407CF-D57D-C268-35D4-EF4C5F351D39}"/>
          </ac:graphicFrameMkLst>
        </pc:graphicFrameChg>
        <pc:picChg chg="del">
          <ac:chgData name="Jake Foster" userId="71ac4591189728b5" providerId="LiveId" clId="{4DB941F6-38AB-42D8-9EC7-18693121A3E7}" dt="2026-04-26T04:23:52.178" v="283" actId="478"/>
          <ac:picMkLst>
            <pc:docMk/>
            <pc:sldMk cId="2873030398" sldId="263"/>
            <ac:picMk id="3" creationId="{87F7E49A-B3DC-2B41-4E6F-6F34126E8D5E}"/>
          </ac:picMkLst>
        </pc:picChg>
        <pc:picChg chg="add mod">
          <ac:chgData name="Jake Foster" userId="71ac4591189728b5" providerId="LiveId" clId="{4DB941F6-38AB-42D8-9EC7-18693121A3E7}" dt="2026-04-26T04:24:15.447" v="299" actId="1076"/>
          <ac:picMkLst>
            <pc:docMk/>
            <pc:sldMk cId="2873030398" sldId="263"/>
            <ac:picMk id="4" creationId="{58904973-B29C-4BB6-9D75-59EFE162CB2B}"/>
          </ac:picMkLst>
        </pc:picChg>
        <pc:picChg chg="del">
          <ac:chgData name="Jake Foster" userId="71ac4591189728b5" providerId="LiveId" clId="{4DB941F6-38AB-42D8-9EC7-18693121A3E7}" dt="2026-04-26T04:23:02.639" v="268" actId="478"/>
          <ac:picMkLst>
            <pc:docMk/>
            <pc:sldMk cId="2873030398" sldId="263"/>
            <ac:picMk id="5" creationId="{00FC2279-54AD-0156-8AA4-1B0FB2730DF1}"/>
          </ac:picMkLst>
        </pc:picChg>
        <pc:picChg chg="del">
          <ac:chgData name="Jake Foster" userId="71ac4591189728b5" providerId="LiveId" clId="{4DB941F6-38AB-42D8-9EC7-18693121A3E7}" dt="2026-04-26T04:23:02.639" v="268" actId="478"/>
          <ac:picMkLst>
            <pc:docMk/>
            <pc:sldMk cId="2873030398" sldId="263"/>
            <ac:picMk id="7" creationId="{68C2FEE0-EFAE-0AA5-2B99-68115BB98527}"/>
          </ac:picMkLst>
        </pc:picChg>
        <pc:picChg chg="add mod">
          <ac:chgData name="Jake Foster" userId="71ac4591189728b5" providerId="LiveId" clId="{4DB941F6-38AB-42D8-9EC7-18693121A3E7}" dt="2026-04-26T04:24:00.204" v="285" actId="1076"/>
          <ac:picMkLst>
            <pc:docMk/>
            <pc:sldMk cId="2873030398" sldId="263"/>
            <ac:picMk id="8" creationId="{4FD536B3-130C-B5D1-9659-5B164D1CEEC8}"/>
          </ac:picMkLst>
        </pc:picChg>
        <pc:picChg chg="add mod">
          <ac:chgData name="Jake Foster" userId="71ac4591189728b5" providerId="LiveId" clId="{4DB941F6-38AB-42D8-9EC7-18693121A3E7}" dt="2026-04-26T04:23:55.073" v="284" actId="1076"/>
          <ac:picMkLst>
            <pc:docMk/>
            <pc:sldMk cId="2873030398" sldId="263"/>
            <ac:picMk id="11" creationId="{5EB03F3C-E206-C756-E19A-4CC95A16BDC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C90AF-8DAB-0589-2760-693811E2E5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BBFF44-8BCA-2C0B-F1C4-C04F823A05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DEE84F-DD07-4B72-1299-548B50B1D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A19E7-4201-40F8-9809-7BB485261440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22B8DB-672A-D09F-5D98-1272D48E9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BBEE90-381D-2DEE-C8C9-F6C6EEC64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FBE4C-3EEA-492A-AF04-57CC32A043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049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B1875-DC16-353E-54FC-B73F4D2DA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E4BA26-6DFF-8C02-A582-69173C93B1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BEE9B-D0C0-9F5C-EF1F-1C6032DDE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A19E7-4201-40F8-9809-7BB485261440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1DE114-3EC8-0160-414D-A382F4C3D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F88A6E-CC21-A0CB-ECBC-4941724E5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FBE4C-3EEA-492A-AF04-57CC32A043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517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7E823-6C49-BA4C-7770-D5CCD6E9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3840EB-1EF8-6EF6-DFED-F949B44062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B6AC39-4DB9-11D5-F51F-0741637D8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A19E7-4201-40F8-9809-7BB485261440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F97BDC-F374-5330-ED11-5A6F4C726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24EE6D-5590-0576-054A-C06DEB845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FBE4C-3EEA-492A-AF04-57CC32A043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437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13302-DD31-CA86-F79C-55E63825A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3609EA-1169-F8D7-2715-D2308D3CC6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43E7C9-AB53-B047-8217-B9DB5F40E6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9C60C7-5FF5-1E14-D076-613E1966D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A19E7-4201-40F8-9809-7BB485261440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DF7112-2D5B-3D8F-A81D-0E1EF5298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B53B47-2B08-7C17-6079-151895ABB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FBE4C-3EEA-492A-AF04-57CC32A043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509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A9A25-27E4-619D-08D0-9EB83D210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D6D4AD-CDA6-8BBE-08FC-CD3D3B89C7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30800D-9C02-C2E4-5928-50544F42B1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45B3C7-58C7-0E30-5BFE-3D354A3F3F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43C2D2-8117-441E-AEED-E4B7B04918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4F5AD7-3324-12C5-5F54-18242FAFF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A19E7-4201-40F8-9809-7BB485261440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05E558-87D1-7A09-82EB-82226B08F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CCC315-D748-A5B6-DAE2-E55500C32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FBE4C-3EEA-492A-AF04-57CC32A043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555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894BC-BA98-DEDC-7099-E40431321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72D2CE-8724-83F0-5898-1277171B6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A19E7-4201-40F8-9809-7BB485261440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0BE4BC-77D5-6A22-EF93-F6505169D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80EDC7-9E46-221D-5BDB-65FB6F852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FBE4C-3EEA-492A-AF04-57CC32A043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0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51B11E-F598-2AFA-8A3C-7271A29B4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A19E7-4201-40F8-9809-7BB485261440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8786C0-A003-A0FE-A2D9-B09096686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8FE776-9F88-E7A2-1436-87816A148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FBE4C-3EEA-492A-AF04-57CC32A043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315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B3122-8444-2CE4-C7DD-293EC82D8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35C5AB-4B73-9D93-F933-628608E45B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1A7A7F-E793-C724-1CF6-BBFC1587D7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B2F243-3ED6-76A7-D9C9-951C3D0B4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A19E7-4201-40F8-9809-7BB485261440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1B07A5-0DA2-4CEB-6451-174DAEA25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EA2704-EED4-EF59-77BA-057F275F5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FBE4C-3EEA-492A-AF04-57CC32A043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099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2DA66-1ACF-3EF3-2AE2-254045843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D315D5-EC85-FF00-421C-B499CE5827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FFAC91-262C-FA72-CAAB-9CA2F0A50D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477CD-55C7-5DCC-E25B-E7B35704E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A19E7-4201-40F8-9809-7BB485261440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D2F6E6-E7CB-7FF6-B194-8617EB862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4B0D5B-06E5-A622-D5FE-D5A87AA93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FBE4C-3EEA-492A-AF04-57CC32A043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562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64A16-6160-6D75-5DB4-1932E6643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328706-AFF7-DEC3-1C91-B93287322A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95EE8E-4388-1E47-DE67-36F4CA37D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A19E7-4201-40F8-9809-7BB485261440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1D6F2E-A065-8AF3-C6B3-D9DC66CA5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D85FE1-58C7-90A1-93C8-8DE927318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FBE4C-3EEA-492A-AF04-57CC32A043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342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FA922E-BBB2-FC53-73F1-6FF42E9FAA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9A24C3-BEB0-2A34-ADC2-6D35229943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ECAF81-C9A6-AAC0-C599-5638C26C4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A19E7-4201-40F8-9809-7BB485261440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9125FE-A3E2-92FA-3F5C-738C442C2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7327FB-8284-75F1-FBFB-463003064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FBE4C-3EEA-492A-AF04-57CC32A043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478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C531A7-5E53-F76D-5A3A-000D1EE88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E5F029-BDF8-51EE-1E32-1F7348056D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8563EB-08D3-0230-AEBF-F624764FB3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EA19E7-4201-40F8-9809-7BB485261440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F99B1F-8BD8-2A98-4688-82E40EA0D3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8E80AA-151E-CC53-4283-6C4001DD91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7FBE4C-3EEA-492A-AF04-57CC32A043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056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9F997D-3E8D-8497-96CC-3B4A4360E2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4387" y="3653004"/>
            <a:ext cx="4043226" cy="32049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CCF7988-9FE2-64E4-C778-DAB5503728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8773" y="0"/>
            <a:ext cx="4043227" cy="320499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D226E8F-96F9-83B0-82F1-A11740A396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1"/>
            <a:ext cx="3979831" cy="32049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9AC97A1-62FA-A4EB-E044-EE2FB30CDB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4387" y="0"/>
            <a:ext cx="4071403" cy="320499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6F5CC71-AA01-499B-834E-D2BDE1B22F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3653003"/>
            <a:ext cx="3958700" cy="320499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F45F0CC-9B86-A1F7-8E89-C10D586EEDF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48773" y="3653003"/>
            <a:ext cx="4043227" cy="3134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910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7F63C-0578-D541-7ACE-C59D16CEC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E8D5400-79FC-F2C4-C999-90671961A8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62" y="3613637"/>
            <a:ext cx="4043224" cy="31828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2C319F0-A339-BD13-9655-C59991CB9A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9514" y="3613638"/>
            <a:ext cx="4043226" cy="318281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D8B6B60-855C-1114-99D9-71DF2E22A9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68" y="3613636"/>
            <a:ext cx="4043226" cy="318281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CC69412-8BA9-ED51-163B-4A62892959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6151" y="0"/>
            <a:ext cx="4045849" cy="308618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D5A3211-979C-3712-8EB6-B325AEF7BB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4043226" cy="310638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5694FAF-CE18-7012-06DF-D6517E47E1D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49516" y="0"/>
            <a:ext cx="4043224" cy="3107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8660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643C7-5C89-7629-3BEE-A2A71CA5A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517C58E-3F56-79FC-6729-FB5984E9C7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57586"/>
            <a:ext cx="3952286" cy="318281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9D209A2-9001-83F2-E131-2AD795B16B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9857" y="3594526"/>
            <a:ext cx="3952286" cy="324601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692B033-9796-60BB-DCC5-73836FC473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9714" y="3657586"/>
            <a:ext cx="3952286" cy="311122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9597C34-D8F1-13D0-1BEE-A136292759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7463"/>
            <a:ext cx="4043224" cy="332069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09E0E02-660D-A898-EC85-602A5C4803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04822" y="64732"/>
            <a:ext cx="4043224" cy="327342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50D6ADE-45EE-3471-3B0E-BB55027A614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09644" y="17463"/>
            <a:ext cx="4044688" cy="3257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0349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8AC25-6D13-A5FB-DA85-DAFB91202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205537F-B96F-412F-B911-C509D4475D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952286" cy="31112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1EF3751-65F0-446A-FC07-D05468584D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2286" y="-1"/>
            <a:ext cx="3952286" cy="311122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0F8736E-4BD1-971F-A7FE-D46B5F4789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9716" y="0"/>
            <a:ext cx="3952286" cy="31135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CCE0A91-ADD9-6073-64A5-307CE13701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796597"/>
            <a:ext cx="3952287" cy="306140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CA734B8-7A69-345E-D413-86DAA01A2F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52286" y="3746772"/>
            <a:ext cx="4052227" cy="309973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0A6CD86-39E3-B181-9DC0-0DBE1F446D8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39716" y="3737594"/>
            <a:ext cx="3952286" cy="310891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853BADF-0E6F-092D-37E3-D2BD95575B42}"/>
              </a:ext>
            </a:extLst>
          </p:cNvPr>
          <p:cNvSpPr txBox="1"/>
          <p:nvPr/>
        </p:nvSpPr>
        <p:spPr>
          <a:xfrm>
            <a:off x="2050507" y="1555613"/>
            <a:ext cx="1734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MMSZ starts</a:t>
            </a:r>
          </a:p>
        </p:txBody>
      </p:sp>
    </p:spTree>
    <p:extLst>
      <p:ext uri="{BB962C8B-B14F-4D97-AF65-F5344CB8AC3E}">
        <p14:creationId xmlns:p14="http://schemas.microsoft.com/office/powerpoint/2010/main" val="20486140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FF08D-A260-273E-D7AA-8BDB90930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A04608F-3710-718A-84ED-7165BE7BED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057974" cy="311939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EC4A3D2-1EF9-2AF3-04F2-0ADC640C0A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7012" y="-14048"/>
            <a:ext cx="4057975" cy="313344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FFD17D7-978D-448B-0002-A506D4E455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4026" y="-14048"/>
            <a:ext cx="4057974" cy="307603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F8413CF-4848-EABC-AB90-9E93D4433C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646613"/>
            <a:ext cx="4057974" cy="321138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9DFE272-2F2E-4E2B-D3C6-08F820C3FF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84774" y="3646613"/>
            <a:ext cx="4057975" cy="317188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B49FEF4-5096-80E1-B325-9AD5E9CF06C9}"/>
              </a:ext>
            </a:extLst>
          </p:cNvPr>
          <p:cNvSpPr txBox="1"/>
          <p:nvPr/>
        </p:nvSpPr>
        <p:spPr>
          <a:xfrm>
            <a:off x="2152072" y="812800"/>
            <a:ext cx="1551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CSD starts</a:t>
            </a:r>
          </a:p>
        </p:txBody>
      </p:sp>
    </p:spTree>
    <p:extLst>
      <p:ext uri="{BB962C8B-B14F-4D97-AF65-F5344CB8AC3E}">
        <p14:creationId xmlns:p14="http://schemas.microsoft.com/office/powerpoint/2010/main" val="39337486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7A3D2F-70FF-C774-E16F-C0408B7A5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A3D86E-4F8A-A290-6B0E-B6DE8F1839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6987" y="104439"/>
            <a:ext cx="4031611" cy="319475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DD3BCEE-F3A6-8308-C84A-2D404A77D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7925" y="104440"/>
            <a:ext cx="4084075" cy="319475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2128163-F39D-926E-D723-25ECC9174B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3330" y="3533441"/>
            <a:ext cx="4250014" cy="335029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C40D65E-9FCC-F532-73A3-5B6C60A7E877}"/>
              </a:ext>
            </a:extLst>
          </p:cNvPr>
          <p:cNvSpPr txBox="1"/>
          <p:nvPr/>
        </p:nvSpPr>
        <p:spPr>
          <a:xfrm>
            <a:off x="9753344" y="1188445"/>
            <a:ext cx="877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NJ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6E5D3E-305B-9BC9-6325-855A28C53353}"/>
              </a:ext>
            </a:extLst>
          </p:cNvPr>
          <p:cNvSpPr txBox="1"/>
          <p:nvPr/>
        </p:nvSpPr>
        <p:spPr>
          <a:xfrm>
            <a:off x="7628337" y="4432842"/>
            <a:ext cx="877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SMAJ?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23E8FAB-95FA-0048-50E2-A459860145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88494"/>
            <a:ext cx="4013628" cy="31718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C4AB62A-EC97-2E6C-14D1-6963011B5EBB}"/>
              </a:ext>
            </a:extLst>
          </p:cNvPr>
          <p:cNvSpPr txBox="1"/>
          <p:nvPr/>
        </p:nvSpPr>
        <p:spPr>
          <a:xfrm>
            <a:off x="5940227" y="1512709"/>
            <a:ext cx="877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NJ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A986F10-9FDA-D2F2-0BA2-6CE333A958D7}"/>
              </a:ext>
            </a:extLst>
          </p:cNvPr>
          <p:cNvSpPr txBox="1"/>
          <p:nvPr/>
        </p:nvSpPr>
        <p:spPr>
          <a:xfrm>
            <a:off x="1889185" y="1337480"/>
            <a:ext cx="877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NJ</a:t>
            </a:r>
          </a:p>
        </p:txBody>
      </p:sp>
    </p:spTree>
    <p:extLst>
      <p:ext uri="{BB962C8B-B14F-4D97-AF65-F5344CB8AC3E}">
        <p14:creationId xmlns:p14="http://schemas.microsoft.com/office/powerpoint/2010/main" val="21789763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39B0348-13F4-5C1B-44EA-9BBD65808C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868" y="146281"/>
            <a:ext cx="3831992" cy="30165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C169C42-CACC-6974-B38D-4A13F9C1C6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6860" y="146281"/>
            <a:ext cx="3831993" cy="30165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1428A7-3499-E946-B9DE-A6D085503B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6859" y="3162815"/>
            <a:ext cx="3831993" cy="2945198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2595283-54AA-66F1-9600-F3FAE9CC45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2791920"/>
              </p:ext>
            </p:extLst>
          </p:nvPr>
        </p:nvGraphicFramePr>
        <p:xfrm>
          <a:off x="763206" y="3695186"/>
          <a:ext cx="3513652" cy="1554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56826">
                  <a:extLst>
                    <a:ext uri="{9D8B030D-6E8A-4147-A177-3AD203B41FA5}">
                      <a16:colId xmlns:a16="http://schemas.microsoft.com/office/drawing/2014/main" val="2455026251"/>
                    </a:ext>
                  </a:extLst>
                </a:gridCol>
                <a:gridCol w="1756826">
                  <a:extLst>
                    <a:ext uri="{9D8B030D-6E8A-4147-A177-3AD203B41FA5}">
                      <a16:colId xmlns:a16="http://schemas.microsoft.com/office/drawing/2014/main" val="5227614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27290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5.608%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765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27294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7.210%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46177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27296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2.701%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24202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36573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2EF9C-C0D1-F399-5CA8-9EAC70514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EF407CF-D57D-C268-35D4-EF4C5F351D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9154534"/>
              </p:ext>
            </p:extLst>
          </p:nvPr>
        </p:nvGraphicFramePr>
        <p:xfrm>
          <a:off x="763206" y="3695186"/>
          <a:ext cx="3513652" cy="1554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56826">
                  <a:extLst>
                    <a:ext uri="{9D8B030D-6E8A-4147-A177-3AD203B41FA5}">
                      <a16:colId xmlns:a16="http://schemas.microsoft.com/office/drawing/2014/main" val="2455026251"/>
                    </a:ext>
                  </a:extLst>
                </a:gridCol>
                <a:gridCol w="1756826">
                  <a:extLst>
                    <a:ext uri="{9D8B030D-6E8A-4147-A177-3AD203B41FA5}">
                      <a16:colId xmlns:a16="http://schemas.microsoft.com/office/drawing/2014/main" val="5227614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27298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7.538%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765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27299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3.758%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46177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27300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7.707%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2420257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58904973-B29C-4BB6-9D75-59EFE162CB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5807" y="3280127"/>
            <a:ext cx="3924809" cy="301653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FD536B3-130C-B5D1-9659-5B164D1CEE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5807" y="263593"/>
            <a:ext cx="3924809" cy="30267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EB03F3C-E206-C756-E19A-4CC95A16BD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257" y="263593"/>
            <a:ext cx="3911550" cy="3016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0303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3253</TotalTime>
  <Words>27</Words>
  <Application>Microsoft Office PowerPoint</Application>
  <PresentationFormat>Widescreen</PresentationFormat>
  <Paragraphs>18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Jake Foster</dc:creator>
  <cp:lastModifiedBy>Jake Foster</cp:lastModifiedBy>
  <cp:revision>1</cp:revision>
  <dcterms:created xsi:type="dcterms:W3CDTF">2026-03-21T00:16:00Z</dcterms:created>
  <dcterms:modified xsi:type="dcterms:W3CDTF">2026-04-26T04:25:04Z</dcterms:modified>
</cp:coreProperties>
</file>